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48143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SIGNiX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143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Calibri"/>
              </a:rPr>
              <a:t>signix.com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22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WHO WE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3440"/>
                </a:solidFill>
                <a:latin typeface="Calibri"/>
              </a:rPr>
              <a:t>Four Audiences. One Growth Strategy.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508760" y="170078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572000" y="170078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508760" y="279806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79806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22191" y="2176272"/>
            <a:ext cx="1499616" cy="1243584"/>
          </a:xfrm>
          <a:prstGeom prst="ellipse">
            <a:avLst/>
          </a:prstGeom>
          <a:solidFill>
            <a:srgbClr val="F8FAFB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0208" y="2267712"/>
            <a:ext cx="1243584" cy="1060704"/>
          </a:xfrm>
          <a:prstGeom prst="ellipse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35000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SIGNiX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706624"/>
            <a:ext cx="1243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D0D8"/>
                </a:solidFill>
                <a:latin typeface="Calibri"/>
              </a:rPr>
              <a:t>Flex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14300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14300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216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125272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Wealth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61848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67335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Turn on ID verification for every client document.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14300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14300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1216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125272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Credit Unions and Banks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161848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167335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Add authentication to every loan signing event.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3756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33756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34472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Debt, Legal and Media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81304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86791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Use RON for any legal notice that needs notarizing.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33756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33756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34472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Integration Partners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3408" y="381304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386791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Embed SIGNiX as the compliance-grade option in your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